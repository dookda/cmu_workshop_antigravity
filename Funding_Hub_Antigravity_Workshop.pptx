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8" r:id="rId20"/>
    <p:sldId id="279" r:id="rId21"/>
    <p:sldId id="280" r:id="rId22"/>
    <p:sldId id="281" r:id="rId23"/>
    <p:sldId id="282" r:id="rId24"/>
    <p:sldId id="284" r:id="rId25"/>
    <p:sldId id="285" r:id="rId26"/>
    <p:sldId id="292" r:id="rId27"/>
    <p:sldId id="293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224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341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ถามพื้นฐานผู้เรียน: ใครเคยเขียนเว็บมาก่อน ใครเคยใช้ AI ช่วยเขียนโค้ด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14173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20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WORKSHOP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9875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การพัฒนา Web Application</a:t>
            </a:r>
            <a:endParaRPr lang="en-US" sz="42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ด้วย Google Antigravity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94360" y="3611880"/>
            <a:ext cx="6675120" cy="566928"/>
          </a:xfrm>
          <a:prstGeom prst="roundRect">
            <a:avLst>
              <a:gd name="adj" fmla="val 16129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13816" y="361188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กรณีศึกษา : Funding Hub — ระบบจัดการข้อมูลทุนวิจัย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500" dirty="0">
                <a:solidFill>
                  <a:srgbClr val="9FB0B3"/>
                </a:solidFill>
                <a:latin typeface="TH Sarabun New" pitchFamily="34" charset="0"/>
                <a:cs typeface="TH Sarabun New" pitchFamily="34" charset="-120"/>
              </a:rPr>
              <a:t>ศักดิ์ดา หอมหวล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เป้าหมาย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เมื่อจบวันนี้ ผู้เข้าอบรมจะทำสิ่งเหล่านี้ได้ด้วยตนเอง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เข้าใจโครงสร้างเว็บแอปพลิเคชัน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แยกออกว่า Frontend / Backend / Database ทำหน้าที่ต่างกันอย่างไร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สั่งงาน AI Agent ด้วย Antigravity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Editor, Agent, Artifacts และ Browser Subagent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เขียนสเปกที่ AI ทำตามได้จริง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แปลงโจทย์เป็นเอกสารสเปกไฟล์เดียว พร้อมเกณฑ์ยอมรับที่วัดผลได้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สร้างเว็บที่ใช้งานได้จริงและนำขึ้นระบบ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ครบ 4 หน้า เชื่อมฐานข้อมูลจริง และเปิดจาก URL สาธารณะ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กำหนดการ 3 ชั่วโมง 30 นาที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บรรยาย 110 นาที · ปฏิบัติ 100 นาที — แบ่งเป็น 3 แล็บ ต่อเนื่องกันเป็นเรื่องเดียว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7724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50876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เปิดการอบรม / ภาพรวม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77724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50876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9436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77724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เตรียมเครื่องและเปิดโปรเจกต์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77724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0876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59436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77724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วางบล็อกแรกของสเปก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9436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77724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50876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แกะโจทย์ให้เป็นสเปก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9436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7724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50876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ประกอบสเปก ตอนที่ 1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626364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44652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17804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: สไตล์ สี ฟอนต์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26364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644652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17804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2 — Design System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626364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44652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7804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ฐานข้อมูลด้วย Supabase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626364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644652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717804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3 — ฐานข้อมูล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626364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9" name="Text 37"/>
          <p:cNvSpPr/>
          <p:nvPr/>
        </p:nvSpPr>
        <p:spPr>
          <a:xfrm>
            <a:off x="644652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717804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กลยุทธ์สั่งงาน AI Agent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626364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2" name="Text 40"/>
          <p:cNvSpPr/>
          <p:nvPr/>
        </p:nvSpPr>
        <p:spPr>
          <a:xfrm>
            <a:off x="644652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 น.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717804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 · สั่ง Antigravity สร้างแอป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626364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5" name="Text 43"/>
          <p:cNvSpPr/>
          <p:nvPr/>
        </p:nvSpPr>
        <p:spPr>
          <a:xfrm>
            <a:off x="644652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17804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· Deploy · สรุป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แถบสีฟ้า = ช่วงลงมือปฏิบัติ  ·  LAB A เตรียมพร้อม  ·  LAB B ประกอบสเปกด้วยการคัดลอกวาง  ·  LAB C สั่งสร้างและ deploy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รู้ว่าเรากำลังสร้างอะไร ก่อนจะสั่งให้ AI สร้างให้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ต่างจาก เว็บแอปพลิเคชัน 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(Website)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ผู้ใช้อ่านอย่างเดียว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เนื้อหาคงที่ แก้ต้องแก้ไฟล์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ไม่จำเป็นต้องมีฐานข้อมูล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หน้าประชาสัมพันธ์คณะ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เว็บแอปพลิเคชัน (Web Application)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ผู้ใช้ป้อน แก้ไข และลบข้อมูลได้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เนื้อหาเปลี่ยนตามข้อมูลในระบบ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ต้องมีฐานข้อมูลเสมอ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Funding Hub ที่เราจะสร้าง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48006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5F7F8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4800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Funding Hub เป็นเว็บแอปพลิเคชัน เพราะมีการ เพิ่ม / อ่าน / แก้ไข / ลบ ข้อมูล — เรียกรวมว่า CRUD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3 ชั้นของเว็บแอปพลิเคชัน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ทุกเว็บแอปในโลกนี้ประกอบด้วยสามชั้นนี้เสมอ ไม่ว่าจะใช้เทคโนโลยีอะไร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Frontend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32104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สิ่งที่ผู้ใช้เห็นและกด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2104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ทำงานในเบราว์เซอร์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32104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32104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+ Vite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0208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498848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36592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Backend / API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736592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รับคำขอ ตรวจสิทธิ์ ส่งข้อมูล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36592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736592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4736592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54696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403336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41080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641080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เก็บข้อมูลอย่างถาวร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641080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641080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41080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300" dirty="0"/>
          </a:p>
        </p:txBody>
      </p:sp>
      <p:pic>
        <p:nvPicPr>
          <p:cNvPr id="28" name="Picture 27" descr="Client-server architecture, a short guide - negg Blog">
            <a:extLst>
              <a:ext uri="{FF2B5EF4-FFF2-40B4-BE49-F238E27FC236}">
                <a16:creationId xmlns:a16="http://schemas.microsoft.com/office/drawing/2014/main" id="{228717F9-2696-FEA7-E99E-7476693A1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93" b="15750"/>
          <a:stretch>
            <a:fillRect/>
          </a:stretch>
        </p:blipFill>
        <p:spPr>
          <a:xfrm>
            <a:off x="3455135" y="3986784"/>
            <a:ext cx="5727700" cy="245251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FBF2653-14FE-4D73-A45E-D0BB1C6EE652}"/>
              </a:ext>
            </a:extLst>
          </p:cNvPr>
          <p:cNvSpPr txBox="1"/>
          <p:nvPr/>
        </p:nvSpPr>
        <p:spPr>
          <a:xfrm>
            <a:off x="3694176" y="6344150"/>
            <a:ext cx="60976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050"/>
              <a:t>https://negg.blog/en/client-server-architecture-a-short-guide/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ภาษาและเครื่องมือฝั่ง Frontend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795528" y="1508760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95528" y="15087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377440" y="13716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โครงสร้างของหน้า — เปรียบเหมือนโครงกระดูก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0" y="137160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 ตาราง ฟอร์ม อยู่ตรงไหน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21284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795528" y="2350008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795528" y="23500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77440" y="22128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หน้าตาและการจัดวาง — เปรียบเหมือนเสื้อผ้า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21284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 ฟอนต์ ระยะห่าง การตอบสนองต่อขนาดจอ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5409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795528" y="3191256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795528" y="31912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377440" y="30540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พฤติกรรม — เปรียบเหมือนกล้ามเนื้อ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40880" y="305409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กดปุ่มแล้วเกิดอะไร ดึงข้อมูลจากฐานข้อมูลอย่างไร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 React กับ Vite คืออะไร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React  คือไลบรารีที่ช่วยแบ่งหน้าเว็บออกเป็นชิ้นส่วนเล็ก ๆ (Component) เช่น ปุ่ม การ์ดทุน แล้วนำกลับมาใช้ซ้ำได้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 คือเครื่องมือรวมและรันโค้ด ทำให้แก้ไฟล์แล้วเห็นผลบนเบราว์เซอร์ทันทีโดยไม่ต้องกดรีเฟรช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CRUD และพื้นฐานฐานข้อมูล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คำสี่คำที่อธิบายได้ทุกอย่างที่ระบบข้อมูลทำ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9494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การกระทำ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862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 SQL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155448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ในระบบของเรา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" y="1975104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Create — สร้าง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651760" y="19751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86200" y="19751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03520" y="19751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เพิ่มทุนวิจัยใหม่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95528" y="2633472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633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Read — อ่าน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65176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86200" y="26334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03520" y="26334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แสดงรายการทุน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795528" y="3291840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Update — แก้ไข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2651760" y="3291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035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แก้ข้อมูลทุนเดิม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95528" y="3950208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686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Delete — ลบ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51760" y="3950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886200" y="39502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303520" y="39502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ลบทุนออกจากระบบ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7772400" y="1371600"/>
            <a:ext cx="3794760" cy="3566160"/>
          </a:xfrm>
          <a:prstGeom prst="roundRect">
            <a:avLst>
              <a:gd name="adj" fmla="val 2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001000" y="1572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ตารางในฐานข้อมูล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0100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 (Table) — เก็บข้อมูลชนิดเดียวกัน เช่น ตาราง grants เก็บทุนวิจัย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 (Column) — ฟิลด์ข้อมูล เช่น ชื่อทุน แหล่งทุน กำหนดปิดรับ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 (Row) — ทุน 1 รายการ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Primary Key — รหัสประจำแถวที่ไม่ซ้ำกัน ใช้ระบุว่าจะแก้หรือลบแถวไหน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 — text, date, uuid บอกว่าคอลัมน์นั้นเก็บอะไรได้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ทุกหน้าจอในระบบเรา เป็นเพียงหน้าตาที่สวยงามของคำสั่งสี่คำนี้เท่านั้น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และชุดเทคโนโลยีของเวิร์กช็อป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760720" cy="397764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คืออะไร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บริการฐานข้อมูลสำเร็จรูปบนคลาวด์ (Backend as a Service)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สร้างตารางเสร็จ ได้ API ใช้ทันที ไม่ต้องเขียนเซิร์ฟเวอร์เอง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86968" y="2798064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8696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07592" y="2743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ฐานข้อมูลมาตรฐานอุตสาหกรรม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86968" y="3401568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8696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07592" y="33467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 อัตโนมัติ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66160" y="33467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สร้างให้ทันทีจากโครงสร้างตาราง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86968" y="4005072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39502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66160" y="3950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กำหนดสิทธิ์ว่าใครทำอะไรได้บ้าง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86968" y="4608576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86968" y="4608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07592" y="4553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Storage / Auth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566160" y="45537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มีให้ใช้ แต่ไม่ใช้ในเวิร์กช็อปนี้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647688" y="1371600"/>
            <a:ext cx="4919472" cy="3977640"/>
          </a:xfrm>
          <a:prstGeom prst="roundRect">
            <a:avLst>
              <a:gd name="adj" fmla="val 206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922008" y="15727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ชุดเทคโนโลยีที่เราจะใช้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922008" y="2103120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710488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+ React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208008" y="2103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สร้างหน้าเว็บ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922008" y="2724912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7104888" y="272491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Tailwind CSS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208008" y="2724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จัดสไตล์ตาม Design System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22008" y="3346704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7104888" y="33467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208008" y="3346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 API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922008" y="3968496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7104888" y="396849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+ Pages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208008" y="3968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เก็บโค้ดและนำขึ้นระบบฟรี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22008" y="4590288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7104888" y="459028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Antigravity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208008" y="45902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 ที่เขียนโค้ดให้เรา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เตรียมเครื่องและเปิดโปรเจกต์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ตรวจว่ามี Node.js, Git และ Antigravity IDE 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2199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79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สร้างโฟลเดอร์ fundinghub แล้วเปิดใน Antigravity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720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สร้างไฟล์เปล่าชื่อ SPEC_FundingHub.md ที่รากโปรเจกต์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9242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84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เปิดไฟล์ SPEC_BLOCKS.md ที่แจกให้ ไว้อีกหน้าต่างหนึ่ง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หาให้เจอ 4 ส่วน : Editor / Agent / Artifacts / Browser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498348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292608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310128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ทุกคำสั่งขึ้นเลขเวอร์ชัน ไม่ขึ้น command not found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เปิดโฟลเดอร์ fundinghub ใน Antigravity ได้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มีไฟล์เปล่า SPEC_FundingHub.md รออยู่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การติดตั้งควรทำมาล่วงหน้าก่อนวันอบรม เวลาในห้องมีเพียง 10 นาทีสำหรับตรวจความพร้อม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เครื่องมือที่เราจะใช้สั่งงานตลอดทั้งวัน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Antigravity คืออะไร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599"/>
            <a:ext cx="5392554" cy="2555507"/>
          </a:xfrm>
          <a:prstGeom prst="roundRect">
            <a:avLst>
              <a:gd name="adj" fmla="val 461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83910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สภาพแวดล้อมการพัฒนาแบบ agent-first ของ Google เปิดตัวเดือนพฤศจิกายน 2568 พัฒนาต่อจาก VS Code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แนวคิดหลักคือเรามอบหมายงานระดับ “สิ่งที่อยากได้” ให้ AI Agent แทนการพิมพ์โค้ดทุกบรรทัดเอง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ปี 2569 มี Antigravity 2.0 เป็นแอปแยกสำหรับสั่งงาน Agent หลายตัวพร้อมกัน พร้อม CLI และ SDK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4715417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68680" y="4898297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เวิร์กช็อปนี้ใช้ Antigravity IDE ไม่ใช่ Antigravity 2.0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300633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เพราะผู้เริ่มต้นควรเห็นทั้งไฟล์โค้ด หน้าต่างคำสั่ง และเบราว์เซอร์ทดสอบอยู่ในหน้าจอเดียวกัน จะได้เข้าใจว่า Agent กำลังทำอะไรกับโปรเจกต์ของเรา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ดาวน์โหลด : antigravity.google/download  ·  เอกสาร : antigravity.google/docs  ·  ใช้งานได้ฟรีในช่วง preview</a:t>
            </a:r>
            <a:endParaRPr lang="en-US" sz="1300" dirty="0"/>
          </a:p>
        </p:txBody>
      </p:sp>
      <p:pic>
        <p:nvPicPr>
          <p:cNvPr id="10" name="Picture 9" descr="Google Antigravity Review: Is it a $20 AI Coding Paperweight?">
            <a:extLst>
              <a:ext uri="{FF2B5EF4-FFF2-40B4-BE49-F238E27FC236}">
                <a16:creationId xmlns:a16="http://schemas.microsoft.com/office/drawing/2014/main" id="{BCF92CEF-2D70-0848-2686-43A101ECB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830" y="1371599"/>
            <a:ext cx="5231330" cy="31605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องค์ประกอบสำคัญ 4 ส่วนที่ต้องรู้จัก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เปิดโปรแกรมแล้วให้หาสี่ส่วนนี้ให้เจอก่อน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Editor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หน้าต่างแก้ไขไฟล์โค้ดตามปกติ มีการเติมโค้ดอัตโนมัติด้วยปุ่ม Tab เราใช้ดูว่า Agent เขียนอะไรลงไป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Manager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ช่องสนทนาสำหรับสั่งงาน และแผงติดตามว่า Agent กำลังทำงานไหนอยู่ สั่งหลายงานพร้อมกันได้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Artifacts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ผลงานระหว่างทางที่ Agent สร้าง เช่น แผนงาน รายการสิ่งที่จะทำ ผลทดสอบ เราสามารถคอมเมนต์แก้ไขได้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เบราว์เซอร์ที่ Agent เปิดและควบคุมเอง เพื่อกดปุ่ม กรอกฟอร์ม และถ่ายภาพหน้าจอมายืนยันว่าใช้งานได้จริง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 คือสิ่งที่ทำให้ Antigravity ต่างจากเครื่องมืออื่น — มันทดสอบงานของตัวเองได้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 กับ 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สองวิธีสั่งงาน AI ที่ให้ผลลัพธ์ต่างกันมาก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พิมพ์บอกสั้น ๆ ตามความรู้สึก แล้วดูว่า AI ให้อะไรมา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ได้ผลเร็วมากในช่วงแรก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สั่งคำเดิมสองครั้ง ได้ผลไม่เหมือนกัน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เติมฟีเจอร์ที่เราไม่ได้ขอ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แก้จุดหนึ่ง พังอีกจุดหนึ่ง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ไม่มีเกณฑ์บอกว่างานเสร็จหรือยัง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Spec-driven Development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เขียนข้อกำหนดให้ครบก่อน แล้วสั่งงานโดยอ้างหมายเลขหัวข้อ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ผลลัพธ์คงเส้นคงวา ทำซ้ำได้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ไม่สร้างเกินขอบเขตที่เขียนไว้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แก้สเปกที่เดียว งานตามทั้งระบบ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มีเกณฑ์ยอมรับไว้ตรวจว่าผ่านหรือไม่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สั้นลงเหลือ 3–5 บรรทัด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วันนี้เราใช้ Spec-driven : เขียน FundingHub.md เพียงไฟล์เดียว แล้ว prompt ทุกอันชี้ไปที่หมายเลขหัวข้อในไฟล์นั้น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 Prompt ที่ใช้งานได้จริง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ที่ดีไม่ใช่ prompt ที่ยาว แต่คือ prompt ที่ระบุครบและตรวจสอบได้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13816" y="162763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13816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52728" y="14630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งานที่ต้องทำ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36392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บอกให้ชัดว่าทำชั้นไหน ขั้นไหน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13816" y="24140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13816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52728" y="22494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บริบทที่ต้องอ่าน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136392" y="22494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ระบุชื่อไฟล์และหมายเลขหัวข้อ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035808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13816" y="320040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13816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52728" y="303580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136392" y="303580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อะไรห้ามแตะ อะไรห้ามเพิ่ม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813816" y="398678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13816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52728" y="38221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วิธียืนยันผล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136392" y="38221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ให้ทดสอบและถ่ายภาพหน้าจอมาให้ดู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72200" y="14173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prompt จริงที่จะใช้ใน LAB C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72200" y="1810512"/>
            <a:ext cx="539496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318504" y="1901952"/>
            <a:ext cx="510235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ทำชั้น L3 ตาม SPEC_FundingHub.md §11.3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สร้างหน้า /grants ให้ครบตาม §7.2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ใช้เฉพาะ token สีและตัวอักษรใน §4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ทดสอบด้วย Browser แล้วถ่าย screenshot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3840480"/>
            <a:ext cx="5394960" cy="1280160"/>
          </a:xfrm>
          <a:prstGeom prst="roundRect">
            <a:avLst>
              <a:gd name="adj" fmla="val 64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6400800" y="39776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สี่บรรทัดนี้แทนคำอธิบายกว่า 300 บรรทัด เพราะรายละเอียดทั้งหมดอยู่ในไฟล์สเปกแล้ว ไม่ต้องพิมพ์ซ้ำและไม่มีโอกาสพิมพ์ตกหล่น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วางบล็อกแรกของสเปก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 SPEC_BLOCKS.md หาบล็อกที่ 1 (§0 กติกา + §1 ขอบเขต)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คัดลอกทั้งบล็อก วางลงใน SPEC_FundingHub.md แล้วบันทึก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 prompt ด้านขวาในช่อง Agent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อ่านคำตอบร่วมกัน — Agent ต้องรู้ขอบเขตแล้ว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อ่านไฟล์ SPEC_FundingHub.md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สรุปเป็นภาษาไทยว่า ระบบนี้มีกี่หน้า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อะไรบ้าง และมีอะไรบ้างที่ห้ามสร้าง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ยังไม่ต้องเขียนโค้ด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คำตอบที่ถูกต้อง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 : Dashboard / ทุนวิจัย / เพิ่มทุน / Admin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ห้ามสร้าง AI / LINE / Proposal / Project Tracking / ระบบล็อกอิน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ถ้า Agent ตอบผิดหรือเดา แปลว่ายังไม่ได้อ่านไฟล์จริง ให้ลากไฟล์เข้าไปในช่องแชทแล้วสั่งใหม่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แกะโจทย์ให้กลายเป็นสเปก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ขั้นตอนที่สำคัญที่สุดของวันนี้ และเป็นขั้นที่คนข้ามบ่อยที่สุด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โจทย์ตั้งต้น : Funding Hub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ข้อความที่ผู้ใช้เขียนมาให้เรา — สั้น กระชับ แต่ยังสั่ง AI ตรง ๆ ไม่ได้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หน้าเท่านั้น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0392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Dashboard · รายการทุน · เพิ่ม/แก้ไข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064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83096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KPI 4 ช่อง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483096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 · ใกล้หมดเขต · ปิดรับแล้ว · ทั้งหมด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50392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ค้นหาและกรอง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50392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ค้นชื่อทุน และกรองตามสถานะ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27064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483096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483096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 แหล่งทุน Theme Deadline URL หมายเหตุ สถานะ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50392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Supabase ชื่อโปรเจกต์ fundinghub พร้อม CRUD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27064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483096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ข้อมูลตัวอย่าง 3 รายการ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483096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TREE Fund · Belmont Forum CRA · ASEA-UNINET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437083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ประโยคที่มีค่าที่สุดในโจทย์ทั้งหมด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68680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 หรือระบบซับซ้อนอื่น” — สิ่งที่ทำให้ AI สร้างงานเกินจริงมากที่สุด คือการไม่บอกว่าอะไรที่ไม่ต้องทำ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ก่อนสั่ง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กำหนดสไตล์ สี และฟอนต์ด้วยตัวเอง เพื่อไม่ให้งานของทุกคนหน้าตาเหมือนกัน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ทำไมต้องกำหนด Design System ก่อน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ถ้าไม่กำหนด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เลือกสีน้ำเงินและฟอนต์สากลให้ทุกครั้ง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งานของผู้เข้าอบรมทุกคนหน้าตาเหมือนกันหมด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สั่งแก้หน้าหนึ่ง สีเพี้ยนไปอีกหน้าหนึ่ง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ภาษาไทยแสดงผลเพี้ยนเพราะฟอนต์ไม่รองรับ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ถ้ากำหนดไว้ใน §4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ทุกหน้าใช้สีและฟอนต์ชุดเดียวกันโดยอัตโนมัติ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เปลี่ยนสีทั้งระบบด้วยการแก้ไฟล์สเปกที่เดียว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งานออกมาเป็นเอกลักษณ์ของเราเอง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ภาษาไทยอ่านง่าย เพราะเลือกฟอนต์ที่รองรับ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สามสิ่งที่ต้องเลือกใน LAB 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9436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85039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5039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074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8074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uistyleguide.com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55371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5371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8406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08406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colorhunt.co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825703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25703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78738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ฟอนต์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78738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fonts.google.com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เลือกสไตล์การออกแบบ : uistyleguide.com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เว็บรวมสไตล์ UI กว่า 67 แบบ พร้อมตัวอย่างที่กดเล่นได้จริงและคำแนะนำการใช้ CSS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48132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Minimalism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08960" y="148132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อ่านข้อมูลง่าย เหมาะกับงานวิชาการและราชการ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78040" y="162763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7178040" y="16276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แนะนำ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1284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Flat Design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22128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เรียบ ทำเร็ว รองรับหลายขนาดจอได้ดี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35915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F6F7"/>
          </a:solidFill>
          <a:ln w="12700">
            <a:solidFill>
              <a:srgbClr val="E8F6F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7178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94436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Soft UI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08960" y="29443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นุ่มนวลสบายตา แต่ต้องระวังความคมชัดของตัวอักษร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178040" y="30906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7178040" y="30906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ระวัง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94360" y="367588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Glassmorphism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108960" y="36758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สวยแต่ทำให้อ่านตัวเลข KPI ยาก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78040" y="3822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178040" y="38221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ไม่แนะนำ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503920" y="1481328"/>
            <a:ext cx="3063240" cy="2980944"/>
          </a:xfrm>
          <a:prstGeom prst="roundRect">
            <a:avLst>
              <a:gd name="adj" fmla="val 276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73252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วิธีจดสไตล์ลงสเปก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732520" y="19568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เขียนหลักการที่ “มองเห็นได้จริง” 3–5 ข้อ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732520" y="2340864"/>
            <a:ext cx="2560320" cy="777240"/>
          </a:xfrm>
          <a:prstGeom prst="roundRect">
            <a:avLst>
              <a:gd name="adj" fmla="val 823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891540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“ทำให้ดูโมเดิร์น”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732520" y="3218688"/>
            <a:ext cx="2560320" cy="1097280"/>
          </a:xfrm>
          <a:prstGeom prst="roundRect">
            <a:avLst>
              <a:gd name="adj" fmla="val 58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91540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“การ์ดพื้นขาว มุมมน 12px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เงาอ่อน ไม่มีเส้นขอบหนา”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เลือกเพียงหนึ่งสไตล์ แล้วยึดให้ตลอดทั้งระบบ — การผสมหลายสไตล์คือสาเหตุอันดับหนึ่งที่ทำให้งานดูไม่เป็นมืออาชีพ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เลือกจานสี : colorhunt.co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เลือกชุดสี 4 สีที่ผ่านการจับคู่มาแล้ว แทนการเดาสีเอง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จานสีที่เวิร์กช็อปนี้ใช้เป็นค่าเริ่มต้น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222831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#222831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393E46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2039112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#393E46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83864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00ADB5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483864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#00ADB5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28616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EEEEEE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928616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#EEEEEE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จับคู่สีเข้ากับหน้าที่ ด้วยหลัก 60 – 30 – 10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13816" y="34015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สีอ่อนที่สุด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606040" y="34015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พื้นหลังหน้าเว็บ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968496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13816" y="39684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สีเข้มที่สุด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606040" y="3968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ตัวอักษรและแถบเมนู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32120" y="396849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35424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13816" y="453542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สีที่สดที่สุด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ปุ่มหลักและจุดเน้นเท่านั้น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32120" y="45354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137160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6812280" y="14996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ตรวจความคมชัดเสมอ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12280" y="184708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สีตัวอักษรกับสีพื้นหลังต้องมีอัตราส่วนความคมชัดอย่างน้อย 4.5 : 1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ตรวจได้ที่ webaim.org/resources/contrastchecker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4983480" cy="213969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812280" y="33284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สีสถานะ — ไม่ต้องเปลี่ยน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8000" y="37124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858000" y="37124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41696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6858000" y="41696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46268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6858000" y="46268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49640" y="3712464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เขียว – เหลือง – เทา เป็นสีสื่อความหมายที่คนทั่วโลกเข้าใจตรงกัน การเปลี่ยนจะทำให้ผู้ใช้สับสน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 : Google Fonts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สำคัญมาก — ต้องกรอง Language = Thai เท่านั้น มิฉะนั้นสระและวรรณยุกต์จะแสดงผลเพี้ยน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4813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Sarabun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0" y="148132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ทางการ อ่านง่าย เป็นกลาง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72200" y="1481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เอกสารวิชาการและราชการ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94360" y="2084832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50392" y="20848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IBM Plex Sans Thai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00400" y="20848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สมัยใหม่ ตัวเลขคมชัด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172200" y="2084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ระบบข้อมูลและแดชบอร์ด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50392" y="26883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Noto Sans Thai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กลาง ๆ ปลอดภัย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72200" y="2688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ใช้ได้กับทุกงาน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2918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29184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โมเดิร์น เรขาคณิต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เว็บองค์กรและงาน ปชส.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94360" y="3895344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50392" y="3895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Kanit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200400" y="38953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หนักแน่น เด่นชัด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172200" y="3895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หัวข้อใหญ่ ไม่เหมาะเนื้อหายาว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8321040" y="1481328"/>
            <a:ext cx="3246120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5496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กฎการใช้ฟอนต์ไทย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549640" y="201168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85496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970264" y="197510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โหลดแค่ 2–3 น้ำหนัก (400 / 600 / 700) โหลดหมดทำให้เว็บช้า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549640" y="283464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54964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970264" y="279806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line-height อย่างน้อย 1.6 เพราะภาษาไทยมีสระบนและล่าง ถ้าบรรทัดชิดจะชนกัน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549640" y="365760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854964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970264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ห้ามใช้ text-transform uppercase เพราะภาษาไทยไม่มีตัวพิมพ์ใหญ่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ค้นได้ที่ fonts.google.com/?subset=thai  ·  สเปกของเราตั้งค่าเริ่มต้นไว้ที่ Sarabun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29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ฐานข้อมูลและการสร้างแอป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จากสเปกบนกระดาษ สู่ระบบที่ใช้งานได้จริง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สร้างฐานข้อมูลด้วย Supabase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สามขั้นตอน ใช้เวลารวมไม่เกิน 15 นาที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32104" y="1618488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3210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1490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4168" y="18196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ตั้งชื่อ fundinghub เลือก region Singapore และตั้งรหัสผ่านฐานข้อมูลเอง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32104" y="2551176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321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44168" y="24231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SQL สร้างตาราง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7523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คัดลอกคำสั่งจาก จาก AI </a:t>
            </a:r>
            <a:r>
              <a:rPr lang="th-TH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ครอบคลุมตาราง ดัชนี trigger และ RLS policy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282696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32104" y="3483864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32104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4168" y="33558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ใส่ข้อมูลตัวอย่างและคัดลอกกุญแจ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44168" y="36850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INSERT จาก AI </a:t>
            </a:r>
            <a:r>
              <a:rPr lang="th-TH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แล้วคัดลอก Project URL กับ anon key มาไว้ใน .env.local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4261104"/>
            <a:ext cx="6858000" cy="1143000"/>
          </a:xfrm>
          <a:prstGeom prst="roundRect">
            <a:avLst>
              <a:gd name="adj" fmla="val 72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43891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— Row Level Security คืออะไร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" y="4718304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กติกาในฐานข้อมูลที่กำหนดว่า “ใครทำอะไรกับแถวไหนได้บ้าง” เวิร์กช็อปนี้เปิดสิทธิ์ให้ทุกคนเพื่อความง่าย แต่ระบบใช้งานจริงต้องผูกกับผู้ใช้ที่ล็อกอิน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680960" y="1417320"/>
            <a:ext cx="3886200" cy="3986784"/>
          </a:xfrm>
          <a:prstGeom prst="roundRect">
            <a:avLst>
              <a:gd name="adj" fmla="val 235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909560" y="16002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กฎเหล็กเรื่องความลับ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909560" y="20116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ใช้ได้เฉพาะ anon key เท่านั้น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service_role key ห้ามปรากฏในฝั่งหน้าเว็บเด็ดขาด เพราะข้าม RLS ได้ทั้งหมด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รหัสผ่านฐานข้อมูลห้ามเขียนลงไฟล์ใด ๆ ในโปรเจกต์ และห้ามส่งให้ AI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 .env.local ไว้ใน .gitignore เสมอ ก่อน push ให้รัน git status ตรวจซ้ำ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09560" y="448056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8092440" y="45354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สังเกตว่าโจทย์ต้นฉบับมีบรรทัด password: xxx — นี่คือตัวอย่างของสิ่งที่ไม่ควรเขียนไว้ในเอกสารที่แชร์กัน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 AI และความรับผิดชอบของเรา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สิ่งที่ต้องจำให้ขึ้นใจเมื่อกลับไปทำงานจริง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ไม่รู้ว่าอะไรถูก ถ้าเราไม่บอก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80744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มันทำตามสิ่งที่เขียนไว้ ไม่ใช่สิ่งที่เราคิดในใจ ความคลุมเครือทุกจุดจะกลายเป็นการเดา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โค้ดที่ได้ยังเป็นความรับผิดชอบของเรา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13448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ต้องอ่าน ต้องทดสอบ ต้องเข้าใจก่อนนำไปใช้จริง โดยเฉพาะระบบที่มีข้อมูลของคนอื่น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ความลับห้ามอยู่ในโค้ด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80744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กุญแจ รหัสผ่าน และข้อมูลส่วนบุคคล ต้องอยู่นอกโปรเจกต์เสมอ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ระบบจริงต้องมีสิทธิ์ผู้ใช้จริง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13448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แบบเปิดทุกสิทธิ์ใช้ได้เฉพาะการฝึกอบรม ระบบที่มีข้อมูลจริงต้องผูกกับผู้ใช้ที่ล็อกอินและคำนึงถึง PDPA</a:t>
            </a:r>
            <a:endParaRPr lang="en-US" sz="15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สรุปสิ่งที่ได้เรียนรู้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832104" y="1655064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148132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เขียนสเปกก่อน แล้วค่อยสั่ง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623560" y="148132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 ไฟล์เดียว + prompt สั้นที่อ้างหมายเลขหัวข้อ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32257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832104" y="2496312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32104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23225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ออกแบบก่อนสร้าง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5623560" y="232257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สไตล์จาก uistyleguide · สีจาก colorhunt · ฟอนต์จาก Google Fonts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832104" y="3337560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32104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44168" y="316382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สร้างทีละชั้น ตรวจทีละชั้น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L1 ถึง L6 และตรวจด้วยเกณฑ์ยอมรับที่วัดผลได้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832104" y="417880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32104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4168" y="4005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งานเสร็จเมื่อคนอื่นเปิดใช้ได้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5623560" y="400507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 แล้วนำขึ้น GitHub Pages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 ·  ช่วงถาม-ตอบ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9436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ไฟล์ประกอบ : SPEC_FundingHub.md  ·  LAB_FundingHub_Antigravity.md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2909</Words>
  <Application>Microsoft Macintosh PowerPoint</Application>
  <PresentationFormat>Widescreen</PresentationFormat>
  <Paragraphs>476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Courier New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การพัฒนา Web Application ด้วย Google Antigravity</dc:title>
  <dc:subject>PptxGenJS Presentation</dc:subject>
  <dc:creator>Workshop: Funding Hub x Google Antigravity</dc:creator>
  <cp:lastModifiedBy>SAKDA HOMHUAN</cp:lastModifiedBy>
  <cp:revision>6</cp:revision>
  <dcterms:created xsi:type="dcterms:W3CDTF">2026-08-18T22:19:13Z</dcterms:created>
  <dcterms:modified xsi:type="dcterms:W3CDTF">2026-08-19T01:39:41Z</dcterms:modified>
</cp:coreProperties>
</file>
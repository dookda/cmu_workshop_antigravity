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94" r:id="rId2"/>
    <p:sldId id="299" r:id="rId3"/>
    <p:sldId id="300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8" r:id="rId20"/>
    <p:sldId id="279" r:id="rId21"/>
    <p:sldId id="280" r:id="rId22"/>
    <p:sldId id="297" r:id="rId23"/>
    <p:sldId id="281" r:id="rId24"/>
    <p:sldId id="296" r:id="rId25"/>
    <p:sldId id="282" r:id="rId26"/>
    <p:sldId id="298" r:id="rId27"/>
    <p:sldId id="284" r:id="rId28"/>
    <p:sldId id="285" r:id="rId29"/>
    <p:sldId id="295" r:id="rId30"/>
    <p:sldId id="292" r:id="rId31"/>
    <p:sldId id="293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84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341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2 นาที. ย้ำว่าวันนี้ทุกคนจะได้ระบบจริงที่เปิดจากมือถือได้ก่อนกลับบ้าน. ประโยคสำคัญ: AI เก่งเรื่อง "ทำอย่างไร" แต่เราต้องเป็นคนตอบว่า "ทำอะไร และทำไม".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mu.to/z84tQ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hyperlink" Target="https://nodejs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ntigravity.google/download" TargetMode="External"/><Relationship Id="rId5" Type="http://schemas.openxmlformats.org/officeDocument/2006/relationships/hyperlink" Target="https://supabase.com/" TargetMode="External"/><Relationship Id="rId4" Type="http://schemas.openxmlformats.org/officeDocument/2006/relationships/hyperlink" Target="https://github.com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852160" cy="5852160"/>
          </a:xfrm>
          <a:prstGeom prst="ellipse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10241280" y="3840480"/>
            <a:ext cx="3840480" cy="3840480"/>
          </a:xfrm>
          <a:prstGeom prst="ellipse">
            <a:avLst/>
          </a:prstGeom>
          <a:solidFill>
            <a:srgbClr val="17324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103120" cy="292608"/>
          </a:xfrm>
          <a:prstGeom prst="roundRect">
            <a:avLst>
              <a:gd name="adj" fmla="val 40625"/>
            </a:avLst>
          </a:prstGeom>
          <a:solidFill>
            <a:srgbClr val="E8952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8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WORKSHOP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สร้างเว็บแอปด้วย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26771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Antigravity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66928" y="4663440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66928" y="4663440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ออกแบบด้วย Flowchart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98064" y="4663440"/>
            <a:ext cx="1618488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98064" y="4663440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 เขียนโค้ด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4663440"/>
            <a:ext cx="2156155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581144" y="4663440"/>
            <a:ext cx="2156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Browser Agent ตรวจงาน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01891" y="4663440"/>
            <a:ext cx="1528877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6901891" y="4663440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ใช้จริง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62356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200" dirty="0">
                <a:solidFill>
                  <a:srgbClr val="8FA9B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ศักดิ์ดา หอมหวล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0642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F9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00" dirty="0"/>
          </a:p>
        </p:txBody>
      </p:sp>
      <p:pic>
        <p:nvPicPr>
          <p:cNvPr id="19" name="Picture 18" descr="Antigravity IDE Community - Guides, Tutorials &amp; Reviews (Unofficial)">
            <a:extLst>
              <a:ext uri="{FF2B5EF4-FFF2-40B4-BE49-F238E27FC236}">
                <a16:creationId xmlns:a16="http://schemas.microsoft.com/office/drawing/2014/main" id="{23648048-B75D-7042-BBC9-4545925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306" y="1591056"/>
            <a:ext cx="2942083" cy="27067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72B6859-8155-3FC0-4729-D2349EB1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449" y="1753538"/>
            <a:ext cx="3621293" cy="36212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6AA7FA-08A3-0813-318A-134AA6B5530F}"/>
              </a:ext>
            </a:extLst>
          </p:cNvPr>
          <p:cNvSpPr txBox="1"/>
          <p:nvPr/>
        </p:nvSpPr>
        <p:spPr>
          <a:xfrm>
            <a:off x="6096000" y="3310268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2800" b="0" i="0" u="none" strike="noStrike">
                <a:solidFill>
                  <a:schemeClr val="tx1"/>
                </a:solidFill>
                <a:effectLst/>
                <a:latin typeface="+mn-lt"/>
                <a:hlinkClick r:id="rId3"/>
              </a:rPr>
              <a:t>https://cmu.to/z84tQ</a:t>
            </a:r>
            <a:endParaRPr lang="en-TH" sz="2800"/>
          </a:p>
        </p:txBody>
      </p:sp>
    </p:spTree>
    <p:extLst>
      <p:ext uri="{BB962C8B-B14F-4D97-AF65-F5344CB8AC3E}">
        <p14:creationId xmlns:p14="http://schemas.microsoft.com/office/powerpoint/2010/main" val="53468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CF7D5A-DB25-AF93-122B-B0A6F49D6AC3}"/>
              </a:ext>
            </a:extLst>
          </p:cNvPr>
          <p:cNvSpPr txBox="1"/>
          <p:nvPr/>
        </p:nvSpPr>
        <p:spPr>
          <a:xfrm>
            <a:off x="3045342" y="2780689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2400" b="0" i="0" u="sng">
                <a:solidFill>
                  <a:schemeClr val="tx1"/>
                </a:solidFill>
                <a:effectLst/>
                <a:latin typeface="+mn-lt"/>
                <a:hlinkClick r:id="rId2"/>
              </a:rPr>
              <a:t>https://nodejs.org</a:t>
            </a:r>
            <a:r>
              <a:rPr lang="en-TH" sz="2400" b="0" i="0">
                <a:solidFill>
                  <a:schemeClr val="tx1"/>
                </a:solidFill>
                <a:effectLst/>
                <a:latin typeface="+mn-lt"/>
              </a:rPr>
              <a:t> </a:t>
            </a:r>
            <a:endParaRPr lang="en-TH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6CF3-0596-0AEF-18B6-DAE494C279EB}"/>
              </a:ext>
            </a:extLst>
          </p:cNvPr>
          <p:cNvSpPr txBox="1"/>
          <p:nvPr/>
        </p:nvSpPr>
        <p:spPr>
          <a:xfrm>
            <a:off x="3045342" y="3615071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2400" b="0" i="0" u="sng">
                <a:solidFill>
                  <a:schemeClr val="tx1"/>
                </a:solidFill>
                <a:effectLst/>
                <a:latin typeface="+mn-lt"/>
                <a:hlinkClick r:id="rId3"/>
              </a:rPr>
              <a:t>https://git-scm.com</a:t>
            </a:r>
            <a:endParaRPr lang="en-TH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7D6457-44D1-3A3F-BE33-1D683B8C6047}"/>
              </a:ext>
            </a:extLst>
          </p:cNvPr>
          <p:cNvSpPr txBox="1"/>
          <p:nvPr/>
        </p:nvSpPr>
        <p:spPr>
          <a:xfrm>
            <a:off x="3045342" y="3978821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2400" b="0" i="0" u="sng">
                <a:solidFill>
                  <a:schemeClr val="tx1"/>
                </a:solidFill>
                <a:effectLst/>
                <a:latin typeface="+mn-lt"/>
                <a:hlinkClick r:id="rId4"/>
              </a:rPr>
              <a:t>https://github.com</a:t>
            </a:r>
            <a:r>
              <a:rPr lang="en-TH" sz="2400" b="0" i="0">
                <a:solidFill>
                  <a:schemeClr val="tx1"/>
                </a:solidFill>
                <a:effectLst/>
                <a:latin typeface="+mn-lt"/>
              </a:rPr>
              <a:t> </a:t>
            </a:r>
            <a:endParaRPr lang="en-TH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C6C22A-0D40-8B4F-849B-10A93C1D1698}"/>
              </a:ext>
            </a:extLst>
          </p:cNvPr>
          <p:cNvSpPr txBox="1"/>
          <p:nvPr/>
        </p:nvSpPr>
        <p:spPr>
          <a:xfrm>
            <a:off x="3045342" y="4874753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2400" b="0" i="0" u="sng">
                <a:solidFill>
                  <a:schemeClr val="tx1"/>
                </a:solidFill>
                <a:effectLst/>
                <a:latin typeface="+mn-lt"/>
                <a:hlinkClick r:id="rId5"/>
              </a:rPr>
              <a:t>https://supabase.com</a:t>
            </a:r>
            <a:r>
              <a:rPr lang="en-TH" sz="2400" b="0" i="0">
                <a:solidFill>
                  <a:schemeClr val="tx1"/>
                </a:solidFill>
                <a:effectLst/>
                <a:latin typeface="+mn-lt"/>
              </a:rPr>
              <a:t> </a:t>
            </a:r>
            <a:endParaRPr lang="en-TH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C1BD-EB80-EFF8-9E77-F8E98E193FA2}"/>
              </a:ext>
            </a:extLst>
          </p:cNvPr>
          <p:cNvSpPr txBox="1"/>
          <p:nvPr/>
        </p:nvSpPr>
        <p:spPr>
          <a:xfrm>
            <a:off x="3045342" y="1946307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2400" b="0" i="0" u="sng">
                <a:solidFill>
                  <a:schemeClr val="tx1"/>
                </a:solidFill>
                <a:effectLst/>
                <a:latin typeface="+mn-lt"/>
                <a:hlinkClick r:id="rId6"/>
              </a:rPr>
              <a:t>https://antigravity.google/download</a:t>
            </a:r>
            <a:endParaRPr lang="en-TH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E47F86-9AFA-F635-C8EA-C3A0BA474F52}"/>
              </a:ext>
            </a:extLst>
          </p:cNvPr>
          <p:cNvSpPr txBox="1"/>
          <p:nvPr/>
        </p:nvSpPr>
        <p:spPr>
          <a:xfrm>
            <a:off x="3045342" y="1127051"/>
            <a:ext cx="41210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h-TH" sz="3200">
                <a:latin typeface="TH Sarabun New" panose="020B0500040200020003" pitchFamily="34" charset="-34"/>
                <a:cs typeface="TH Sarabun New" panose="020B0500040200020003" pitchFamily="34" charset="-34"/>
              </a:rPr>
              <a:t>เครื่องมือที่ใช้</a:t>
            </a:r>
            <a:endParaRPr lang="en-TH" sz="3200">
              <a:latin typeface="TH Sarabun New" panose="020B0500040200020003" pitchFamily="34" charset="-34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092749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400" dirty="0"/>
          </a:p>
        </p:txBody>
      </p:sp>
      <p:pic>
        <p:nvPicPr>
          <p:cNvPr id="28" name="Picture 27" descr="Client-server architecture, a short guide - negg Blog">
            <a:extLst>
              <a:ext uri="{FF2B5EF4-FFF2-40B4-BE49-F238E27FC236}">
                <a16:creationId xmlns:a16="http://schemas.microsoft.com/office/drawing/2014/main" id="{228717F9-2696-FEA7-E99E-7476693A1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93" b="15750"/>
          <a:stretch>
            <a:fillRect/>
          </a:stretch>
        </p:blipFill>
        <p:spPr>
          <a:xfrm>
            <a:off x="3455135" y="3986784"/>
            <a:ext cx="5727700" cy="245251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FBF2653-14FE-4D73-A45E-D0BB1C6EE652}"/>
              </a:ext>
            </a:extLst>
          </p:cNvPr>
          <p:cNvSpPr txBox="1"/>
          <p:nvPr/>
        </p:nvSpPr>
        <p:spPr>
          <a:xfrm>
            <a:off x="3694176" y="634415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050"/>
              <a:t>https://negg.blog/en/client-server-architecture-a-short-guide/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b="1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b="1"/>
          </a:p>
        </p:txBody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b="1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b="1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800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 sz="2800"/>
          </a:p>
        </p:txBody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599"/>
            <a:ext cx="3794760" cy="4070733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800"/>
          </a:p>
        </p:txBody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20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599"/>
            <a:ext cx="5392554" cy="2555507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83910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" y="4715417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68680" y="4898297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300633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  <p:pic>
        <p:nvPicPr>
          <p:cNvPr id="10" name="Picture 9" descr="Google Antigravity Review: Is it a $20 AI Coding Paperweight?">
            <a:extLst>
              <a:ext uri="{FF2B5EF4-FFF2-40B4-BE49-F238E27FC236}">
                <a16:creationId xmlns:a16="http://schemas.microsoft.com/office/drawing/2014/main" id="{BCF92CEF-2D70-0848-2686-43A101ECB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30" y="1371599"/>
            <a:ext cx="5231330" cy="31605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20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27496A-2BA5-5A3D-72E1-B2411E2D0DE3}"/>
              </a:ext>
            </a:extLst>
          </p:cNvPr>
          <p:cNvSpPr txBox="1"/>
          <p:nvPr/>
        </p:nvSpPr>
        <p:spPr>
          <a:xfrm>
            <a:off x="416490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https://ixdf.org/literature/article/top-10-ui-trends-every-designer-should-know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05E196-E949-DE44-FE48-457784EBC698}"/>
              </a:ext>
            </a:extLst>
          </p:cNvPr>
          <p:cNvSpPr txBox="1"/>
          <p:nvPr/>
        </p:nvSpPr>
        <p:spPr>
          <a:xfrm>
            <a:off x="7280753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https://www.uistyleguide.com/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080FF-2229-41D4-95D0-E027681C9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348" y="637766"/>
            <a:ext cx="3206663" cy="4784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DBBC1F-7B69-DDD2-31F2-83BF9F61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530" y="1252602"/>
            <a:ext cx="5845827" cy="36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74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B78BE8-CFA4-D873-DA78-DE403BBA6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113" y="445974"/>
            <a:ext cx="7209773" cy="55574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EB1F6F-D3EE-BAC3-1304-DEA56D3D870A}"/>
              </a:ext>
            </a:extLst>
          </p:cNvPr>
          <p:cNvSpPr txBox="1"/>
          <p:nvPr/>
        </p:nvSpPr>
        <p:spPr>
          <a:xfrm>
            <a:off x="2583493" y="6073242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https://colorhunt.co/</a:t>
            </a:r>
          </a:p>
        </p:txBody>
      </p:sp>
    </p:spTree>
    <p:extLst>
      <p:ext uri="{BB962C8B-B14F-4D97-AF65-F5344CB8AC3E}">
        <p14:creationId xmlns:p14="http://schemas.microsoft.com/office/powerpoint/2010/main" val="18532831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400"/>
          </a:p>
        </p:txBody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400"/>
          </a:p>
        </p:txBody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3F3709-EC61-39AB-69FD-B6876A285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01457"/>
            <a:ext cx="7772400" cy="51647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7F63ED-EEDD-2394-5122-D80F4E2ADF0A}"/>
              </a:ext>
            </a:extLst>
          </p:cNvPr>
          <p:cNvSpPr txBox="1"/>
          <p:nvPr/>
        </p:nvSpPr>
        <p:spPr>
          <a:xfrm>
            <a:off x="2520863" y="620864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https://fonts.google.com/?query=thai</a:t>
            </a:r>
          </a:p>
        </p:txBody>
      </p:sp>
    </p:spTree>
    <p:extLst>
      <p:ext uri="{BB962C8B-B14F-4D97-AF65-F5344CB8AC3E}">
        <p14:creationId xmlns:p14="http://schemas.microsoft.com/office/powerpoint/2010/main" val="311671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ครอบคลุมตาราง ดัชนี trigger และ RLS policy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แล้วคัดลอก Project URL กับ anon key มาไว้ใน .env.local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F555BF37-A986-2AF9-A98F-97D659CA9AEB}"/>
              </a:ext>
            </a:extLst>
          </p:cNvPr>
          <p:cNvSpPr/>
          <p:nvPr/>
        </p:nvSpPr>
        <p:spPr>
          <a:xfrm>
            <a:off x="0" y="3108960"/>
            <a:ext cx="1219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324A"/>
                </a:solidFill>
              </a:rPr>
              <a:t>Requirement → Spec → UI/DB → Implementation → Test → Deploy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683300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 sz="2000"/>
          </a:p>
        </p:txBody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 sz="2000"/>
          </a:p>
        </p:txBody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2696</Words>
  <Application>Microsoft Macintosh PowerPoint</Application>
  <PresentationFormat>Widescreen</PresentationFormat>
  <Paragraphs>435</Paragraphs>
  <Slides>31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Courier New</vt:lpstr>
      <vt:lpstr>Tahoma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SAKDA HOMHUAN</cp:lastModifiedBy>
  <cp:revision>28</cp:revision>
  <dcterms:created xsi:type="dcterms:W3CDTF">2026-08-18T22:19:13Z</dcterms:created>
  <dcterms:modified xsi:type="dcterms:W3CDTF">2026-08-19T06:23:30Z</dcterms:modified>
</cp:coreProperties>
</file>
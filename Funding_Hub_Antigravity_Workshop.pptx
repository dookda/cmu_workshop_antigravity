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ถามพื้นฐานผู้เรียน: ใครเคยเขียนเว็บมาก่อน ใครเคยใช้ AI ช่วยเขียนโค้ด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4173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WORKSHOP · 1 วัน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9875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การพัฒนา Web Application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ด้วย Google Antigravity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94360" y="3611880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361188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กรณีศึกษา : Funding Hub — ระบบจัดการข้อมูลทุนวิจัย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บรรยาย + หยุดปฏิบัติ 7 ช่วง  ·  Spec-driven Development  ·  React + Supabase + GitHub Pages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เป้าหมายของการอบรม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594360" y="475488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54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สิ่งที่ได้กลับบ้าน : เว็บ 4 หน้าที่เปิดจาก URL จริง  +  ไฟล์ SPEC ที่นำไปใช้กับโปรเจกต์อื่นต่อได้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กำหนดการ 3 ชั่วโมง 30 นาที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บรรยาย 110 นาที · ปฏิบัติ 100 นาที — แบ่งเป็น 3 แล็บ ต่อเนื่องกันเป็นเรื่องเดียว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0876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เปิดการอบรม / ภาพรวม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0876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9436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เตรียมเครื่องและเปิดโปรเจกต์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0876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9436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วางบล็อกแรกของสเปก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50876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แกะโจทย์ให้เป็นสเปก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9436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50876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ประกอบสเปก ตอนที่ 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26364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17804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: สไตล์ สี ฟอนต์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26364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7804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2 — Design System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626364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ฐานข้อมูลด้วย Supabase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626364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17804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3 — ฐานข้อมูล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626364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717804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AI Agent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626364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น.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17804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 · สั่ง Antigravity สร้างแอป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626364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17804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· Deploy · สรุป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แถบสีฟ้า = ช่วงลงมือปฏิบัติ  ·  LAB A เตรียมพร้อม  ·  LAB B ประกอบสเปกด้วยการคัดลอกวาง  ·  LAB C สั่งสร้างและ deploy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4160520"/>
            <a:ext cx="10972800" cy="1051560"/>
          </a:xfrm>
          <a:prstGeom prst="roundRect">
            <a:avLst>
              <a:gd name="adj" fmla="val 8696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27939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เวิร์กช็อปนี้ไม่ต้องเขียน Backend เอง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68680" y="460857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สร้าง API ให้อัตโนมัติทันทีที่เราสร้างตารางในฐานข้อมูล เราจึงเหลืองานแค่สองชั้น คือออกแบบตาราง และสร้างหน้าเว็บ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600"/>
            <a:ext cx="3794760" cy="3566160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1783080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72768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3310128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49300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895344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SPEC_FundingHub.md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 Prompt ที่ใช้งานได้จริง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ที่ดีไม่ใช่ prompt ที่ยาว แต่คือ prompt ที่ระบุครบและตรวจสอบได้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162763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52728" y="14630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งานที่ต้องทำ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36392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บอกให้ชัดว่าทำชั้นไหน ขั้นไหน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13816" y="24140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2728" y="22494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บริบทที่ต้องอ่าน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36392" y="22494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ระบุชื่อไฟล์และหมายเลขหัวข้อ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" y="320040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2728" y="303580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136392" y="30358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อะไรห้ามแตะ อะไรห้ามเพิ่ม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816" y="398678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52728" y="38221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วิธียืนยันผล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36392" y="38221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ให้ทดสอบและถ่ายภาพหน้าจอมาให้ดู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1417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prompt จริงที่จะใช้ใน LAB 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72200" y="1810512"/>
            <a:ext cx="539496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8504" y="1901952"/>
            <a:ext cx="5102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840480"/>
            <a:ext cx="5394960" cy="1280160"/>
          </a:xfrm>
          <a:prstGeom prst="roundRect">
            <a:avLst>
              <a:gd name="adj" fmla="val 64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977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สี่บรรทัดนี้แทนคำอธิบายกว่า 300 บรรทัด เพราะรายละเอียดทั้งหมดอยู่ในไฟล์สเปกแล้ว ไม่ต้องพิมพ์ซ้ำและไม่มีโอกาสพิมพ์ตกหล่น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แกะทีละประโยค แล้วจัดลงหัวข้อของสเปก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ทุกประโยคในโจทย์ต้องมีบ้านของมันในไฟล์ SPEC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3898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ประโยคในโจทย์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7804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จัดเป็น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12680" y="13898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ลงหัวข้อ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755648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5564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“มีเพียง 4 หน้า”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178040" y="175564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ขอบเขต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0126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§1.3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231136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3113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“แสดง KPI 4 ช่อง”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178040" y="22311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ฟีเจอร์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012680" y="2231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§7.1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2706624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70662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“มี Search และ Filter ตามสถานะ”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178040" y="270662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ฟีเจอร์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0012680" y="270662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§7.2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3182112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18211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“ชื่อทุน แหล่งทุน Theme Deadline URL หมายเหตุ สถานะ”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178040" y="3182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โครงสร้างข้อมูล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012680" y="31821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3657600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657600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“สถานะ : เปิดรับ / ใกล้หมดเขต / ปิดรับแล้ว”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178040" y="36576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กติกาทางธุรกิจ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0012680" y="36576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4133088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13308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“ใช้ Supabase / project name : fundinghub”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7178040" y="41330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เทคโนโลยี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0012680" y="41330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4608576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60857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“Demo Data 3 รายการ”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4608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ข้อมูลทดสอบ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10012680" y="46085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77240" y="5084064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08406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“UI ภาษาไทย Minimal Clean Responsive”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7178040" y="50840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การออกแบบ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10012680" y="50840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77240" y="5559552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55955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Tracking”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7178040" y="5559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นอกขอบเขต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10012680" y="55595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§1.4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ผลลัพธ์ของขั้นตอนนี้คือไฟล์ SPEC_FundingHub.md ที่มีหมายเลขหัวข้อกำกับทุกส่วน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ออกแบบตารางข้อมูล : ตาราง grants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ช่องในโจทย์ กลายเป็นคอลัมน์ในฐานข้อมูล บวกคอลัมน์ระบบอีก 3 คอลัมน์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858000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8036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ความหมาย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47088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4708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880360" y="18470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uuid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1847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รหัสประจำทุน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215798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21579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0" y="21579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468880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2468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แหล่งทุน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27797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880360" y="27797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0" y="27797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Theme / สาขา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7240" y="3090672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0906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880360" y="30906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0" y="3090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กำหนดปิดรับ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3401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880360" y="34015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0" y="34015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ลิงก์ประกาศ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77240" y="3712464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37124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880360" y="37124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0" y="3712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หมายเหตุ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8680" y="4023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880360" y="40233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0" y="4023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สถานะ 3 ค่า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77240" y="4334256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4334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880360" y="43342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timestamptz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เวลาสร้าง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68680" y="46451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updated_at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880360" y="46451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timestamptz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เวลาแก้ไข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68096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909560" y="148132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สถานะ 3 ค่า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7909560" y="184708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09560" y="184708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464040" y="184708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09560" y="224942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0956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464040" y="2249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closing_soon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909560" y="265176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09560" y="2651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464040" y="2651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680960" y="3291840"/>
            <a:ext cx="3886200" cy="1783080"/>
          </a:xfrm>
          <a:prstGeom prst="roundRect">
            <a:avLst>
              <a:gd name="adj" fmla="val 461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909560" y="341985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กติกาเรื่องวันที่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7909560" y="376732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ฐานข้อมูลเก็บเป็น ค.ศ. เสมอ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หน้าจอแสดงเป็น พ.ศ. เสมอ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 กันยายน 2569 → 2026-09-01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แปลงด้วย Intl ของเบราว์เซอร์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เกณฑ์ยอมรับ : บอก AI ว่างานแบบไหนเรียกว่าเสร็จ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เขียนด้วยรูปแบบ Given – When – Then เพื่อให้ทดสอบซ้ำได้ทุกครั้ง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41732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Given  สถานการณ์ตั้งต้น   →   When  ผู้ใช้ทำอะไร   →   Then  ระบบต้องแสดงผลอย่างไร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22677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267712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มีข้อมูล 3 รายการ · เปิดหน้าแรก · KPI ต้องแสดง เปิดรับ 2 ใกล้หมดเขต 1 ปิดรับแล้ว 0 ทั้งหมด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0392" y="292608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926080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อยู่หน้าเพิ่มทุน · กดบันทึกโดยไม่กรอกชื่อทุน · ต้องขึ้นข้อความ กรุณากรอกชื่อทุน และไม่บันทึกลงฐานข้อมูล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3584448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0392" y="3584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3584448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ทุนมีกำหนดปิดรับ 2026-09-01 · แสดงผลบนหน้าจอ · ต้องเห็นเป็น 1 กันยายน 2569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242816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0392" y="424281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AC-11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4242816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ค้นคำว่า service_role ทั้งโปรเจกต์ · ต้องไม่พบเลย และ .env.local ต้องไม่ถูก commit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5029200"/>
            <a:ext cx="5303520" cy="868680"/>
          </a:xfrm>
          <a:prstGeom prst="roundRect">
            <a:avLst>
              <a:gd name="adj" fmla="val 9474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" y="5120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เขียนแบบนี้ตรวจไม่ได้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" y="539496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ระบบต้องใช้งานง่ายและสวยงาม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5029200"/>
            <a:ext cx="5303520" cy="868680"/>
          </a:xfrm>
          <a:prstGeom prst="roundRect">
            <a:avLst>
              <a:gd name="adj" fmla="val 947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1384" y="5120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เขียนแบบนี้ตรวจได้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01384" y="539496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กดล้างตัวกรองแล้วช่องค้นหาต้องว่าง และตัวกรองกลับเป็น ทั้งหมด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2 — §2 ผู้ใช้ และ §3 โครงหน้าจอ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854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5 — §6 ชั้นข้อมูล และ §7 สเปกราย 4 หน้า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7340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6700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6 — §8 กติกา · §9 error · §10 เกณฑ์ยอมรับ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2826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2186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เพิ่มเกณฑ์ยอมรับของตัวเองอีก 1 ข้อ ใน §10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8313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767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prompt ด้านขวาให้ Agent ตรวจสเปกที่ประกอบเสร็จ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2148840"/>
          </a:xfrm>
          <a:prstGeom prst="roundRect">
            <a:avLst>
              <a:gd name="adj" fmla="val 297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115568"/>
            <a:ext cx="46908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ตรวจ SPEC_FundingHub.md ในฐานะ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Reviewer หาจุดที่กำกวม ขัดแย้ง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หรือทดสอบไม่ได้ ใน §1 ถึง §10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รายงานเป็นตารางภาษาไทย: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หัวข้อ | ปัญหา | ข้อเสนอแนะ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ห้ามแก้ไฟล์ ให้รายงานอย่างเดียว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3337560"/>
            <a:ext cx="498348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12280" y="345643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สังเกตคำว่า “ห้ามแก้ไฟล์”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12280" y="37856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การกำหนดขอบเขตให้ Agent ว่าห้ามทำอะไร สำคัญพอ ๆ กับการบอกว่าให้ทำอะไร มิฉะนั้นมันจะแก้ไฟล์ให้เราโดยไม่ถาม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1  ·  งานของขั้นนี้คือ “เอกสาร” ไม่ใช่ “โค้ด” — ยังไม่ต้องรีบสร้างแอป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เลือกจานสี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28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2 — ดีไซน์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3 — §4 Design System ลงในไฟล์สเปก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7627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122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 1 สไตล์จาก uistyleguide.com แล้วแก้ §4.1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71576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6517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เลือกจานสีจาก colorhunt.co แล้วแก้ §4.2 ตามหลัก 60-30-10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25526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1912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เลือกฟอนต์ไทยจาก Google Fonts แล้วแก้ §4.3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79476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7307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prompt ด้านขวาดูตัวอย่างจริงก่อนสร้างแอป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2514600"/>
          </a:xfrm>
          <a:prstGeom prst="roundRect">
            <a:avLst>
              <a:gd name="adj" fmla="val 254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115568"/>
            <a:ext cx="46908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 SPEC_FundingHub.md §4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 preview/style-preview.html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ไฟล์เดียวจบ แสดงจานสีทุก token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สเกลตัวอักษร ปุ่ม 3 แบบ input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StatusBadge และ KpiCard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ใช้ข้อความภาษาไทยจริง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เปิดด้วย Browser ถ่าย screenshot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3703320"/>
            <a:ext cx="498348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12280" y="380390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ทำไมต้องทำ preview ก่อน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12280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เห็นสีและฟอนต์จริงก่อนสร้างทั้งระบบ ถ้าไม่ชอบ แก้ที่สเปกแล้วสั่งใหม่ ใช้เวลาไม่ถึงนาที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2  ·  ถ้าเวลาไม่พอ ใช้ค่าเริ่มต้นในบล็อกที่ 3 ไปก่อนได้ แล้วกลับมาแก้ทีหลังที่เดียว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จากสเปกบนกระดาษ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§5.3 ทั้งบล็อก ครอบคลุมตาราง ดัชนี trigger และ RLS policy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§5.5 แล้วคัดลอก Project URL กับ anon key มาไว้ใน .env.local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3 — ฐานข้อมูล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4 (§5) และบล็อกที่ 7 (§11 §12) — สเปกครบแล้ว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396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0756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 Supabase ชื่อ fundinghub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6426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642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 SQL จาก §5.3 แล้ว §5.5 ไปรันใน SQL Editor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1455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081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 .env.local และ .gitignore ตามด้านขวา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6484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584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ไล่เช็กลิสต์ท้าย SPEC_BLOCKS.md ว่ามี §0 ถึง §12 ครบ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371600"/>
          </a:xfrm>
          <a:prstGeom prst="roundRect">
            <a:avLst>
              <a:gd name="adj" fmla="val 4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115568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.env.local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VITE_SUPABASE_URL=...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VITE_SUPABASE_ANON_KEY=...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2542032"/>
            <a:ext cx="4983480" cy="1188720"/>
          </a:xfrm>
          <a:prstGeom prst="roundRect">
            <a:avLst>
              <a:gd name="adj" fmla="val 538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9984" y="2633472"/>
            <a:ext cx="4690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.env.local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node_modules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0" y="3895344"/>
            <a:ext cx="49834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12280" y="400507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 : สเปกมี §0 ถึง §12 ครบ · ตาราง grants มี 10 คอลัมน์ และมีข้อมูล 3 แถว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3  ·  จบขั้นนี้ ไฟล์สเปกพร้อมโยนให้ Antigravity ทำงานแล้ว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: แบ่งเป็นชั้น ไม่สั่งรวดเดียว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หกคำสั่ง หกชั้น ตรวจผลทุกชั้นก่อนไปต่อ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572768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7276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508760" y="146304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โครงโปรเจกต์ + Design System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เว็บเปิดได้ มีเมนู 4 รายการ หน้ายังว่าง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084832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2194560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194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508760" y="208483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เชื่อมต่อ Supabase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892040" y="20848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 /grants ดึงข้อมูลจริงมาแสดงได้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2706624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2816352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8163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508760" y="27066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หน้ารายการทุนเต็มรูปแบบ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892040" y="27066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การ์ด ค้นหา ตัวกรอง ทำงานครบ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328416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95528" y="3438144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343814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508760" y="332841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ฟอร์มเพิ่มและแก้ไข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892040" y="332841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บันทึกลงฐานข้อมูลจริงได้ พร้อม validation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94360" y="3950208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95528" y="4059936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" y="4059936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508760" y="395020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แดชบอร์ด KPI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4892040" y="395020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 4 ช่องมาจากฐานข้อมูลจริง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94360" y="4572000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95528" y="4681728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468172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508760" y="45720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 Admin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4892040" y="457200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ลบได้ พร้อมกล่องยืนยันก่อนลบ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686800" y="1463040"/>
            <a:ext cx="2880360" cy="3602736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15400" y="164592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กฎเหล็กของ LAB C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8915400" y="20299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สั่งทีละคำสั่งเท่านั้น</a:t>
            </a:r>
            <a:endParaRPr lang="en-US" sz="1650" dirty="0"/>
          </a:p>
          <a:p>
            <a:pPr indent="0" marL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ห้ามวางรวดเดียวทั้งหกอัน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8915400" y="27889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เหตุผล : ถ้าสั่งรวดเดียวแล้วผลลัพธ์ผิด คุณจะไม่รู้ว่าผิดที่ชั้นไหน และการไล่แก้จะใช้เวลานานกว่าการทำทีละชั้นหลายเท่า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ต้องเห็นผลของชั้นก่อนหน้าทำงานได้จริง จึงค่อยสั่งชั้นถัดไป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ตรวจงานของ Agent และเขียน Prompt แก้บั๊ก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17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 Agent ตรวจงานตัวเอง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สั่งให้เปิด Browser Subagent ทดสอบจริง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 screenshot ทุกหน้าที่แก้ไข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ให้รายงานว่าเกณฑ์ยอมรับข้อไหนผ่านแล้ว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อย่าเชื่อคำว่า “เสร็จแล้ว” โดยไม่เห็นภาพ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94360" y="370332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8404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สิ่งที่ผู้เรียนต้องตรวจเอง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2062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เมนูยังมี 4 รายการเท่าเดิมหรือไม่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มีฟีเจอร์นอกขอบเขตงอกขึ้นมาไหม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สีและฟอนต์ตรงกับ §4 หรือเปล่า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217920" y="137160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 Prompt แก้บั๊ก 4 บรรทัด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1773936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865376"/>
            <a:ext cx="50566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[อาการ]    กดปุ่มบันทึกแล้วไม่มีอะไรเกิดขึ้น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[คาดหวัง]  ตาม §10 AC-05 ต้องบันทึกแล้ว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เด้งกลับ /grants พร้อม Toast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[หลักฐาน]  Console: new row violates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row-level security policy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[ขอบเขต]   แก้เฉพาะจุดนี้ ห้ามแก้ไฟล์อื่น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4224528"/>
            <a:ext cx="53492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4334256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อย่าพิมพ์แค่ “มันพัง” หรือ “แก้ให้หน่อย” — Agent ต้องรู้ทั้งอาการ ผลที่คาดหวัง หลักฐาน และขอบเขตที่อนุญาตให้แตะ</a:t>
            </a:r>
            <a:endParaRPr lang="en-US" sz="15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 Antigravity สร้างแอป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P1 โครงโปรเจกต์ + Design System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244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24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060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P2 เชื่อม Supabase  →  เห็นข้อมูล 3 รายการ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6121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612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548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P3 หน้ารายการทุน  →  AC-02, AC-03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0998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035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P4 ฟอร์มเพิ่ม / แก้ไข  →  AC-04, AC-05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5874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587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5234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P5 แดชบอร์ด KPI  →  AC-01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68680" y="40751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075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07592" y="4011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P6 หน้า Admin  →  AC-07  (ถ้าเวลาไม่พอ ทำต่อที่บ้าน)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83680" y="10241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คำสั่งทั้งหกอยู่ในเอกสารแล็บ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583680" y="1408176"/>
            <a:ext cx="4983480" cy="1691640"/>
          </a:xfrm>
          <a:prstGeom prst="roundRect">
            <a:avLst>
              <a:gd name="adj" fmla="val 3784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9984" y="1499616"/>
            <a:ext cx="46908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0" y="3273552"/>
            <a:ext cx="4983480" cy="155448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40156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สั่งทีละอัน รอผลก่อน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12280" y="3749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ถ้าชั้นไหนไม่ผ่าน ให้ใช้โครง prompt แก้บั๊ก 4 บรรทัด แก้ให้จบก่อน แล้วจึงสั่งชั้นถัดไป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C ตอนที่ 1  ·  คัดลอกคำสั่ง P1 ถึง P6 จากกล่องโค้ดในเอกสารได้โดยตรง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ทดสอบและนำขึ้นระบบ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งานยังไม่เสร็จจนกว่าคนอื่นจะเปิดใช้ได้จากลิงก์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5577840" cy="3931920"/>
          </a:xfrm>
          <a:prstGeom prst="roundRect">
            <a:avLst>
              <a:gd name="adj" fmla="val 209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62456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ตามเกณฑ์ยอมรับ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62456" y="235915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ไล่ AC-01 ถึง AC-12 ใน §10 ทีละข้อ ให้ Agent รายงานเป็นตารางว่าผ่านหรือไม่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" y="308152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62456" y="30632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ตามขนาดหน้าจอ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62456" y="341071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ทดสอบที่ 375px 768px และ 1440px ต้องไม่มีข้อความล้นกรอบ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8680" y="413308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62456" y="41148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ตามความปลอดภัย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62456" y="446227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ค้นคำว่า service_role ต้องไม่พบ และ git status ต้องไม่มี .env.local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1417320"/>
            <a:ext cx="5166360" cy="3931920"/>
          </a:xfrm>
          <a:prstGeom prst="roundRect">
            <a:avLst>
              <a:gd name="adj" fmla="val 209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1572768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นำขึ้น GitHub Pages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675120" y="1993392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048256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base ใน vite.config.js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23408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base: '/fundinghub/' ต้องตรงกับชื่อ repository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75120" y="2798064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2852928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HashRouter เท่านั้น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03720" y="31455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Pages ไม่รองรับการเปลี่ยนหน้าแบบ path routing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3602736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65760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เก็บกุญแจใน Actions Secrets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395020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อย่าใส่ค่าลงไฟล์ workflow โดยตรง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75120" y="4407408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44622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Pages Source เป็น GitHub Actions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903720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แล้วรอ workflow ขึ้นสีเขียว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ทดสอบและ Deploy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 Agent ทดสอบตาม §10 ทุกข้อ แล้วแก้ข้อที่ไม่ผ่าน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ขนาดหน้าจอ แล้วดู screenshot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push ขึ้น GitHub (ตรวจ git status ก่อนเสมอ)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ตั้งค่า Secrets และ Pages แล้วเปิดเว็บจาก URL จริง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"Funding Hub"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&lt;repo-url&gt;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ผลลัพธ์สุดท้าย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เว็บที่เปิดได้จาก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https://&lt;username&gt;.github.io/fundinghub/</a:t>
            </a:r>
            <a:endParaRPr lang="en-US" sz="1550" dirty="0"/>
          </a:p>
          <a:p>
            <a:pPr indent="0" marL="0">
              <a:buNone/>
            </a:pP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ส่งลิงก์ให้เพื่อนในห้องลองใช้จริง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C ตอนที่ 2  ·  เช็กลิสต์สุดท้ายอยู่ที่ §12 นิยามของคำว่าเสร็จ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sx="100000" sy="100000" kx="0" ky="0" algn="bl" rotWithShape="0" blurRad="101600" dist="12700" dir="5400000">
              <a:srgbClr val="2228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L1 ถึง L6 และตรวจด้วยเกณฑ์ยอมรับที่วัดผลได้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9436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ไฟล์ประกอบ : SPEC_FundingHub.md  ·  LAB_FundingHub_Antigravity.md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Workshop: Funding Hub x Google Antigravity</cp:lastModifiedBy>
  <cp:revision>1</cp:revision>
  <dcterms:created xsi:type="dcterms:W3CDTF">2026-08-18T22:19:13Z</dcterms:created>
  <dcterms:modified xsi:type="dcterms:W3CDTF">2026-08-18T22:19:13Z</dcterms:modified>
</cp:coreProperties>
</file>